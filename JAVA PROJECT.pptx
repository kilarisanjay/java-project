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965" y="7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6613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r>
              <a:rPr lang="en-GB" sz="2400" i="1" dirty="0">
                <a:solidFill>
                  <a:schemeClr val="tx1"/>
                </a:solidFill>
              </a:rPr>
              <a:t>JAVA PROJECT</a:t>
            </a: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r>
              <a:rPr lang="en-GB" i="1" dirty="0">
                <a:solidFill>
                  <a:schemeClr val="tx1"/>
                </a:solidFill>
              </a:rPr>
              <a:t>Team Members</a:t>
            </a:r>
          </a:p>
          <a:p>
            <a:pPr algn="ctr"/>
            <a:r>
              <a:rPr lang="en-GB" i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GB" i="1" dirty="0">
                <a:solidFill>
                  <a:schemeClr val="tx1"/>
                </a:solidFill>
              </a:rPr>
              <a:t>    Sanjay__2620030215</a:t>
            </a:r>
          </a:p>
          <a:p>
            <a:pPr algn="ctr"/>
            <a:r>
              <a:rPr lang="en-GB" i="1" dirty="0">
                <a:solidFill>
                  <a:schemeClr val="tx1"/>
                </a:solidFill>
              </a:rPr>
              <a:t>         Nivedith__2620030131</a:t>
            </a: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i="1" dirty="0">
              <a:solidFill>
                <a:schemeClr val="tx1"/>
              </a:solidFill>
            </a:endParaRPr>
          </a:p>
          <a:p>
            <a:pPr algn="ctr"/>
            <a:endParaRPr lang="en-GB" sz="2000" i="1" dirty="0">
              <a:solidFill>
                <a:schemeClr val="tx1"/>
              </a:solidFill>
            </a:endParaRPr>
          </a:p>
          <a:p>
            <a:pPr algn="ctr"/>
            <a:r>
              <a:rPr lang="en-GB" sz="2000" i="1" dirty="0">
                <a:solidFill>
                  <a:schemeClr val="tx1"/>
                </a:solidFill>
              </a:rPr>
              <a:t>                                                               </a:t>
            </a:r>
            <a:endParaRPr i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47307" y="956387"/>
            <a:ext cx="666163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92D4B"/>
                </a:solidFill>
              </a:defRPr>
            </a:pPr>
            <a:r>
              <a:rPr dirty="0"/>
              <a:t>ATM TRANSACTION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4745" y="6473952"/>
            <a:ext cx="167385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An ATM (Automated Teller Machine) provides self-service banking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This project simulates common ATM transactions using Java.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It demonstrates menu-driven programming, validation, balance management, and transaction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simulator is intended for academic demonstration and does not connect to a real bank.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Manual demonstration of ATM logic can be difficult without a working prototype.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 simulator is needed to model user authentication and common transactions.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system should securely validate a PIN before allowing account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It should handle invalid input and insufficient balance in a controlled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Develop a console-based ATM transaction simulator in Java.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Implement PIN authentication and limited login attempts.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Provide balance inquiry, cash withdrawal, deposit, and PIN change.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Validate transactions and display clear success/error messages.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Demonstrate core Java concepts such as classes, methods, loops, conditions, and Scanner input.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4.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Traditional ATM software is connected to banking databases and transaction networks.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It requires real customer accounts, bank authorization, hardware interfaces, and security controls.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Such infrastructure is unsuitable for a simple classroom demonstration.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Students often need a lightweight local model to understand ATM transaction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5.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 Java-based local ATM simulator with a menu-driven interface.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Authentication is performed using a sample account number and PIN.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Transactions update an in-memory account balance during program execution.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Input validation prevents invalid withdrawals and other incorrect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design can later be extended to file/database storage and a graphical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6.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User → ATM Console → Authentication Module → Transaction Menu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Transaction Menu → Balance / Withdraw / Deposit / PIN Change Modules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Transaction Modules → Account Data (account number, PIN, balance)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All operations return status messages to the console.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No real banking network or financial account is accessed.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7. Functionalities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User authentication with account number and PIN.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Maximum login attempts to prevent endless guessing.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Balance inquiry.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Cash withdrawal with amount and balance validation.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Cash deposit with positive-amount validation.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PIN change with current-PIN verification.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Exit option and transaction status messages.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6.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41732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240280"/>
            <a:ext cx="164592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ATM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40280"/>
            <a:ext cx="182880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240280"/>
            <a:ext cx="192024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TRANSACTION MENU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240280"/>
            <a:ext cx="182880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ACCOUNT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5960" y="2450592"/>
            <a:ext cx="320040" cy="457200"/>
          </a:xfrm>
          <a:prstGeom prst="rightArrow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023360" y="2450592"/>
            <a:ext cx="320040" cy="457200"/>
          </a:xfrm>
          <a:prstGeom prst="rightArrow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263640" y="2450592"/>
            <a:ext cx="320040" cy="457200"/>
          </a:xfrm>
          <a:prstGeom prst="rightArrow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595360" y="2450592"/>
            <a:ext cx="320040" cy="457200"/>
          </a:xfrm>
          <a:prstGeom prst="rightArrow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Modules: Login → Menu → Transaction Processing → Account Update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Data remains in memory for the current program session.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8. Implementation – Java Code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6240" y="1257300"/>
            <a:ext cx="10789920" cy="493776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" y="2087880"/>
            <a:ext cx="184731" cy="546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IN" dirty="0"/>
          </a:p>
          <a:p>
            <a:pPr>
              <a:defRPr sz="1150">
                <a:solidFill>
                  <a:srgbClr val="232323"/>
                </a:solidFill>
                <a:latin typeface="Consolas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D108A3-1584-F29D-7E1B-A2B06B68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554F378-D10D-1733-FD81-DF76D89C6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96" y="0"/>
            <a:ext cx="8774407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95199D-8BFE-6C46-7EEC-4302B81D0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9. Output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4297680"/>
          </a:xfrm>
          <a:prstGeom prst="roundRect">
            <a:avLst/>
          </a:prstGeom>
          <a:solidFill>
            <a:srgbClr val="1E1E1E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LOGIN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5" y="2148840"/>
            <a:ext cx="27687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Enter PIN: 1234</a:t>
            </a:r>
            <a:br>
              <a:rPr dirty="0"/>
            </a:br>
            <a:r>
              <a:rPr lang="en-GB" dirty="0"/>
              <a:t>PIN Verified Successfully</a:t>
            </a:r>
            <a:r>
              <a:rPr dirty="0"/>
              <a:t>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297680"/>
          </a:xfrm>
          <a:prstGeom prst="roundRect">
            <a:avLst/>
          </a:prstGeom>
          <a:solidFill>
            <a:srgbClr val="1E1E1E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199708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lang="en-GB" dirty="0"/>
              <a:t>-------</a:t>
            </a:r>
            <a:r>
              <a:rPr dirty="0"/>
              <a:t>ATM MENU</a:t>
            </a:r>
            <a:r>
              <a:rPr lang="en-GB" dirty="0"/>
              <a:t>--------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668825" y="2148840"/>
            <a:ext cx="1874231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1. Balance </a:t>
            </a:r>
            <a:r>
              <a:rPr lang="en-GB" dirty="0"/>
              <a:t>Check</a:t>
            </a:r>
            <a:br>
              <a:rPr dirty="0"/>
            </a:br>
            <a:r>
              <a:rPr dirty="0"/>
              <a:t>2. Withdraw </a:t>
            </a:r>
            <a:br>
              <a:rPr dirty="0"/>
            </a:br>
            <a:r>
              <a:rPr dirty="0"/>
              <a:t>3. Deposit </a:t>
            </a:r>
            <a:br>
              <a:rPr dirty="0"/>
            </a:br>
            <a:r>
              <a:rPr dirty="0"/>
              <a:t>4. </a:t>
            </a:r>
            <a:r>
              <a:rPr lang="en-GB" dirty="0"/>
              <a:t>Mini Statement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lang="en-GB" dirty="0"/>
              <a:t>5.Exit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052105" y="1467612"/>
            <a:ext cx="3383280" cy="4297680"/>
          </a:xfrm>
          <a:prstGeom prst="roundRect">
            <a:avLst/>
          </a:prstGeom>
          <a:solidFill>
            <a:srgbClr val="1E1E1E"/>
          </a:solidFill>
          <a:ln>
            <a:solidFill>
              <a:srgbClr val="2D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691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286809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endParaRPr lang="en-GB" dirty="0"/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Enter amount: 2000</a:t>
            </a:r>
            <a:br>
              <a:rPr dirty="0"/>
            </a:br>
            <a:r>
              <a:rPr dirty="0"/>
              <a:t>Withdrawal successful.</a:t>
            </a:r>
            <a:br>
              <a:rPr dirty="0"/>
            </a:br>
            <a:r>
              <a:rPr dirty="0"/>
              <a:t>Remaining Balance: ₹8000.00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10.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Develop a Java Swing or JavaFX graphical user interface.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Store customer and transaction data in MySQL or another database.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Add transaction history and printable receipts.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Implement role-based access and stronger authentication mechanisms.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Add fund transfer, bill payment, mini statement, and account management modules.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Connect to a controlled banking API only in a secure, authorized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11.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45720"/>
          </a:xfrm>
          <a:prstGeom prst="rect">
            <a:avLst/>
          </a:prstGeom>
          <a:solidFill>
            <a:srgbClr val="2D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ATM Transaction Simulator demonstrates the basic workflow of an ATM using Java.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It covers authentication, balance inquiry, deposit, withdrawal, validation, and exit.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The project provides a practical example of object-oriented and menu-driven programming concepts.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• It forms a foundation for future database, GUI, security, and transaction-history enhancements.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92D4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232323"/>
                </a:solidFill>
              </a:defRPr>
            </a:pPr>
            <a:r>
              <a:t>ATM Transaction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ATM Transaction Simulator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757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WORK</dc:creator>
  <cp:keywords/>
  <dc:description>generated using python-pptx</dc:description>
  <cp:lastModifiedBy>WORK</cp:lastModifiedBy>
  <cp:revision>2</cp:revision>
  <dcterms:created xsi:type="dcterms:W3CDTF">2013-01-27T09:14:16Z</dcterms:created>
  <dcterms:modified xsi:type="dcterms:W3CDTF">2026-09-30T13:27:41Z</dcterms:modified>
  <cp:category/>
</cp:coreProperties>
</file>